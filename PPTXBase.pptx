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12858750" cx="10287000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UZCUG5zqXlcjo75YRVtsBfP0w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771525" y="2104431"/>
            <a:ext cx="874395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Play"/>
              <a:buNone/>
              <a:defRPr sz="67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285875" y="6753821"/>
            <a:ext cx="7715250" cy="3104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1pPr>
            <a:lvl2pPr lvl="1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2pPr>
            <a:lvl3pPr lvl="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025"/>
              <a:buNone/>
              <a:defRPr sz="2025"/>
            </a:lvl3pPr>
            <a:lvl4pPr lvl="3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707231" y="684612"/>
            <a:ext cx="8872538" cy="2485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707231" y="3423047"/>
            <a:ext cx="8872538" cy="8158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701874" y="3205762"/>
            <a:ext cx="8872538" cy="53488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Play"/>
              <a:buNone/>
              <a:defRPr sz="67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701874" y="8605246"/>
            <a:ext cx="8872538" cy="2812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7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757575"/>
              </a:buClr>
              <a:buSzPts val="2250"/>
              <a:buNone/>
              <a:defRPr sz="225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757575"/>
              </a:buClr>
              <a:buSzPts val="2025"/>
              <a:buNone/>
              <a:defRPr sz="2025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707231" y="684612"/>
            <a:ext cx="8872538" cy="2485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707231" y="3423047"/>
            <a:ext cx="4371975" cy="8158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5207794" y="3423047"/>
            <a:ext cx="4371975" cy="8158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708571" y="684612"/>
            <a:ext cx="8872538" cy="2485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708572" y="3152181"/>
            <a:ext cx="4351883" cy="1544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b="1" sz="2250"/>
            </a:lvl2pPr>
            <a:lvl3pPr indent="-2286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025"/>
              <a:buNone/>
              <a:defRPr b="1" sz="2025"/>
            </a:lvl3pPr>
            <a:lvl4pPr indent="-2286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708572" y="4697015"/>
            <a:ext cx="4351883" cy="6908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5207794" y="3152181"/>
            <a:ext cx="4373315" cy="1544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b="1" sz="2250"/>
            </a:lvl2pPr>
            <a:lvl3pPr indent="-2286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025"/>
              <a:buNone/>
              <a:defRPr b="1" sz="2025"/>
            </a:lvl3pPr>
            <a:lvl4pPr indent="-2286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5207794" y="4697015"/>
            <a:ext cx="4373315" cy="6908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707231" y="684612"/>
            <a:ext cx="8872538" cy="2485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708571" y="857250"/>
            <a:ext cx="3317825" cy="300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373315" y="1851425"/>
            <a:ext cx="5207794" cy="9138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28625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3150"/>
              <a:buChar char="•"/>
              <a:defRPr sz="3150"/>
            </a:lvl2pPr>
            <a:lvl3pPr indent="-40005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71475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4pPr>
            <a:lvl5pPr indent="-371475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5pPr>
            <a:lvl6pPr indent="-371475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708571" y="3857625"/>
            <a:ext cx="3317825" cy="7146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None/>
              <a:defRPr sz="1575"/>
            </a:lvl2pPr>
            <a:lvl3pPr indent="-2286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indent="-2286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4pPr>
            <a:lvl5pPr indent="-2286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5pPr>
            <a:lvl6pPr indent="-2286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6pPr>
            <a:lvl7pPr indent="-2286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7pPr>
            <a:lvl8pPr indent="-2286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8pPr>
            <a:lvl9pPr indent="-2286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708571" y="857250"/>
            <a:ext cx="3317825" cy="300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4373315" y="1851425"/>
            <a:ext cx="5207794" cy="9138047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708571" y="3857625"/>
            <a:ext cx="3317825" cy="7146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None/>
              <a:defRPr sz="1575"/>
            </a:lvl2pPr>
            <a:lvl3pPr indent="-2286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indent="-2286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4pPr>
            <a:lvl5pPr indent="-2286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5pPr>
            <a:lvl6pPr indent="-2286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6pPr>
            <a:lvl7pPr indent="-2286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7pPr>
            <a:lvl8pPr indent="-2286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8pPr>
            <a:lvl9pPr indent="-2286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707231" y="684612"/>
            <a:ext cx="8872538" cy="2485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1064121" y="3066157"/>
            <a:ext cx="8158759" cy="8872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3022104" y="5024141"/>
            <a:ext cx="10897196" cy="22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-1478458" y="2870300"/>
            <a:ext cx="10897196" cy="652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707231" y="684612"/>
            <a:ext cx="8872538" cy="2485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50"/>
              <a:buFont typeface="Play"/>
              <a:buNone/>
              <a:defRPr b="0" i="0" sz="49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707231" y="3423047"/>
            <a:ext cx="8872538" cy="8158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8625" lvl="0" marL="457200" marR="0" rtl="0" algn="l">
              <a:lnSpc>
                <a:spcPct val="90000"/>
              </a:lnSpc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3150"/>
              <a:buFont typeface="Arial"/>
              <a:buChar char="•"/>
              <a:defRPr b="0" i="0" sz="3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7188" lvl="3" marL="18288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025"/>
              <a:buFont typeface="Arial"/>
              <a:buChar char="•"/>
              <a:defRPr b="0" i="0" sz="20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7188" lvl="4" marL="22860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025"/>
              <a:buFont typeface="Arial"/>
              <a:buChar char="•"/>
              <a:defRPr b="0" i="0" sz="20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188" lvl="5" marL="2743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025"/>
              <a:buFont typeface="Arial"/>
              <a:buChar char="•"/>
              <a:defRPr b="0" i="0" sz="20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188" lvl="6" marL="32004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025"/>
              <a:buFont typeface="Arial"/>
              <a:buChar char="•"/>
              <a:defRPr b="0" i="0" sz="20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188" lvl="7" marL="36576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025"/>
              <a:buFont typeface="Arial"/>
              <a:buChar char="•"/>
              <a:defRPr b="0" i="0" sz="20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188" lvl="8" marL="41148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025"/>
              <a:buFont typeface="Arial"/>
              <a:buChar char="•"/>
              <a:defRPr b="0" i="0" sz="20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707231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407569" y="11918159"/>
            <a:ext cx="3471863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7265194" y="11918159"/>
            <a:ext cx="2314575" cy="684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exact_colors.png" id="84" name="Google Shape;8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0287000" cy="1285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216150" y="1421318"/>
            <a:ext cx="6851650" cy="374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{{NOME}}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717675" y="1945614"/>
            <a:ext cx="1317625" cy="374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{{BOOK}}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484687" y="1945614"/>
            <a:ext cx="1928813" cy="374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Juliana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304071" y="1945625"/>
            <a:ext cx="25851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{{CLASS}}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635064" y="2766564"/>
            <a:ext cx="2585085" cy="374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022857"/>
                </a:solidFill>
                <a:latin typeface="Calibri"/>
                <a:ea typeface="Calibri"/>
                <a:cs typeface="Calibri"/>
                <a:sym typeface="Calibri"/>
              </a:rPr>
              <a:t>{{MIDTERM TEST}}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517900" y="3365264"/>
            <a:ext cx="1625600" cy="8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pt-BR" sz="4000">
                <a:solidFill>
                  <a:srgbClr val="A1D700"/>
                </a:solidFill>
                <a:latin typeface="Calibri"/>
                <a:ea typeface="Calibri"/>
                <a:cs typeface="Calibri"/>
                <a:sym typeface="Calibri"/>
              </a:rPr>
              <a:t>{{PREP}}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517900" y="4178064"/>
            <a:ext cx="1625600" cy="8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pt-BR" sz="4000">
                <a:solidFill>
                  <a:srgbClr val="A1D700"/>
                </a:solidFill>
                <a:latin typeface="Calibri"/>
                <a:ea typeface="Calibri"/>
                <a:cs typeface="Calibri"/>
                <a:sym typeface="Calibri"/>
              </a:rPr>
              <a:t>{{CONS}}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76592" y="6242049"/>
            <a:ext cx="8871268" cy="5645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7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rgbClr val="022857"/>
                </a:solidFill>
                <a:latin typeface="Calibri"/>
                <a:ea typeface="Calibri"/>
                <a:cs typeface="Calibri"/>
                <a:sym typeface="Calibri"/>
              </a:rPr>
              <a:t>{{MESSAGE}}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041707" y="11887200"/>
            <a:ext cx="3604351" cy="519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22857"/>
                </a:solidFill>
                <a:latin typeface="Calibri"/>
                <a:ea typeface="Calibri"/>
                <a:cs typeface="Calibri"/>
                <a:sym typeface="Calibri"/>
              </a:rPr>
              <a:t>Letícia Alves Nalon</a:t>
            </a:r>
            <a:endParaRPr b="0" i="0" sz="1800" u="none" cap="none" strike="noStrike">
              <a:solidFill>
                <a:srgbClr val="0228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121707" y="11887200"/>
            <a:ext cx="2488701" cy="519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rgbClr val="022857"/>
                </a:solidFill>
                <a:latin typeface="Calibri"/>
                <a:ea typeface="Calibri"/>
                <a:cs typeface="Calibri"/>
                <a:sym typeface="Calibri"/>
              </a:rPr>
              <a:t>{{DATE}}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3725269" y="5046449"/>
            <a:ext cx="2585085" cy="374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022857"/>
                </a:solidFill>
                <a:latin typeface="Calibri"/>
                <a:ea typeface="Calibri"/>
                <a:cs typeface="Calibri"/>
                <a:sym typeface="Calibri"/>
              </a:rPr>
              <a:t>{{ABSENCES}}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915275" y="3371850"/>
            <a:ext cx="160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pt-BR" sz="3100">
                <a:solidFill>
                  <a:srgbClr val="A1D600"/>
                </a:solidFill>
              </a:rPr>
              <a:t>{{LIS}}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915226" y="3889100"/>
            <a:ext cx="1609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pt-BR" sz="3200">
                <a:solidFill>
                  <a:srgbClr val="A1D600"/>
                </a:solidFill>
              </a:rPr>
              <a:t>{{SP}}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7915225" y="4427250"/>
            <a:ext cx="163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pt-BR" sz="3200">
                <a:solidFill>
                  <a:srgbClr val="A1D600"/>
                </a:solidFill>
              </a:rPr>
              <a:t>{{WR}}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2025-12-15T19:22:00Z</dcterms:created>
  <dc:creator>Paulo Bueno</dc:creator>
</cp:coreProperties>
</file>